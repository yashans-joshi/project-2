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Pattern Recognition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Understanding the fundamentals of how machines identify patterns</a:t>
            </a:r>
          </a:p>
          <a:p>
            <a:r>
              <a:t>Key concepts and methodologies</a:t>
            </a:r>
          </a:p>
          <a:p>
            <a:r>
              <a:t>Applications and real-world impact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Pattern Recognition?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automated discovery of regularities in data</a:t>
            </a:r>
          </a:p>
          <a:p>
            <a:r>
              <a:t>Using these regularities to take actions (e.g., classify data into different categories)</a:t>
            </a:r>
          </a:p>
          <a:p>
            <a:r>
              <a:t>A field at the intersection of computer science, mathematics, and artificial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is Pattern Recognition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Enables machines to perceive, understand, and learn from data</a:t>
            </a:r>
          </a:p>
          <a:p>
            <a:r>
              <a:t>Automates complex decision-making processes</a:t>
            </a:r>
          </a:p>
          <a:p>
            <a:r>
              <a:t>Forms the backbone of many AI applications we use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Concepts: Patterns and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**Pattern**: An object, event, or signal that can be described and analyzed</a:t>
            </a:r>
          </a:p>
          <a:p>
            <a:r>
              <a:t>**Feature**: A measurable property or characteristic of a pattern</a:t>
            </a:r>
          </a:p>
          <a:p>
            <a:r>
              <a:t>Effective feature selection is crucial for good recognition 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Pattern Recognition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**Data Acquisition**: Gathering raw data (images, audio, text, etc.)</a:t>
            </a:r>
          </a:p>
          <a:p>
            <a:r>
              <a:t>**Preprocessing**: Cleaning and normalizing data</a:t>
            </a:r>
          </a:p>
          <a:p>
            <a:r>
              <a:t>**Feature Extraction**: Transforming raw data into informative features</a:t>
            </a:r>
          </a:p>
          <a:p>
            <a:r>
              <a:t>**Model Training**: Learning patterns from labeled (or unlabeled) data</a:t>
            </a:r>
          </a:p>
          <a:p>
            <a:r>
              <a:t>**Classification/Clustering**: Assigning new data to categories or groups</a:t>
            </a:r>
          </a:p>
          <a:p>
            <a:r>
              <a:t>**Evaluation**: Assessing model performance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Supervised Learning: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Learning from labeled data (input-output pairs)</a:t>
            </a:r>
          </a:p>
          <a:p>
            <a:r>
              <a:t>Goal: Predict the class label for new, unseen data</a:t>
            </a:r>
          </a:p>
          <a:p>
            <a:r>
              <a:t>Examples: K-Nearest Neighbors (KNN), Support Vector Machines (SVM), Decision Trees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Unsupervised Learning: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Discovering hidden patterns or groupings in unlabeled data</a:t>
            </a:r>
          </a:p>
          <a:p>
            <a:r>
              <a:t>Goal: Group similar data points together into clusters</a:t>
            </a:r>
          </a:p>
          <a:p>
            <a:r>
              <a:t>Examples: K-Means Clustering, Hierarchical Clustering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Extraction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**Dimensionality Reduction**: Principal Component Analysis (PCA), Linear Discriminant Analysis (LDA)</a:t>
            </a:r>
          </a:p>
          <a:p>
            <a:r>
              <a:t>**Domain-Specific Features**: SIFT for images, MFCC for audio, TF-IDF for text</a:t>
            </a:r>
          </a:p>
          <a:p>
            <a:r>
              <a:t>The quality of features directly impacts recognition accuracy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Pattern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**Image Recognition**: Facial recognition, object detection, medical image analysis</a:t>
            </a:r>
          </a:p>
          <a:p>
            <a:r>
              <a:t>**Speech Recognition**: Voice assistants, transcription services</a:t>
            </a:r>
          </a:p>
          <a:p>
            <a:r>
              <a:t>**Biometrics**: Fingerprint identification, iris scanning</a:t>
            </a:r>
          </a:p>
          <a:p>
            <a:r>
              <a:t>**Medical Diagnosis**: Disease detection from patient data</a:t>
            </a:r>
          </a:p>
          <a:p>
            <a:r>
              <a:t>**Fraud Detection**: Identifying anomalous transactions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Pattern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**Data Quality**: Noise, missing data, imbalanced datasets</a:t>
            </a:r>
          </a:p>
          <a:p>
            <a:r>
              <a:t>**Feature Selection**: Choosing optimal features can be difficult</a:t>
            </a:r>
          </a:p>
          <a:p>
            <a:r>
              <a:t>**Model Complexity**: Overfitting vs. underfitting</a:t>
            </a:r>
          </a:p>
          <a:p>
            <a:r>
              <a:t>**Scalability**: Handling large volumes of data and high dimensionality</a:t>
            </a:r>
          </a:p>
          <a:p>
            <a:r>
              <a:t>**Interpretability**: Understanding 'why' a model made a certain decision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Pattern recognition is a fundamental discipline for intelligent systems</a:t>
            </a:r>
          </a:p>
          <a:p>
            <a:r>
              <a:t>Involves identifying patterns, extracting features, and classifying/clustering data</a:t>
            </a:r>
          </a:p>
          <a:p>
            <a:r>
              <a:t>Powers a vast array of modern AI applications</a:t>
            </a:r>
          </a:p>
          <a:p>
            <a:r>
              <a:t>Continues to evolve with advancements in machine learning and deep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