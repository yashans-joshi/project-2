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Breadth-First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 stands for Breadth-First Search.</a:t>
            </a:r>
          </a:p>
          <a:p>
            <a:r>
              <a:t>It is an algorithm for traversing or searching tree or graph data structures.</a:t>
            </a:r>
          </a:p>
          <a:p>
            <a:r>
              <a:t>Explores all neighbor nodes at the present depth before moving on to nodes at the next depth level.</a:t>
            </a:r>
          </a:p>
          <a:p>
            <a:r>
              <a:t>Often visualized as expanding 'waves' from the starting node.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BFS Works: The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a Queue data structure to manage which nodes to visit next.</a:t>
            </a:r>
          </a:p>
          <a:p>
            <a:r>
              <a:t>Starts at a specified source node and visits all its direct neighbors.</a:t>
            </a:r>
          </a:p>
          <a:p>
            <a:r>
              <a:t>Then, for each of those neighbors, it visits their unvisited neighbors.</a:t>
            </a:r>
          </a:p>
          <a:p>
            <a:r>
              <a:t>Continues this process level by level until all reachable nodes have been visited or the target is found.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at a given source node (S). Mark S as visited and enqueue it.</a:t>
            </a:r>
          </a:p>
          <a:p>
            <a:r>
              <a:t>2. While the queue is not empty:</a:t>
            </a:r>
          </a:p>
          <a:p>
            <a:r>
              <a:t>3.    Dequeue a node (U) from the front of the queue.</a:t>
            </a:r>
          </a:p>
          <a:p>
            <a:r>
              <a:t>4.    Process node U (e.g., print it, check if it's the target).</a:t>
            </a:r>
          </a:p>
          <a:p>
            <a:r>
              <a:t>5.    For each unvisited neighbor (V) of U:</a:t>
            </a:r>
          </a:p>
          <a:p>
            <a:r>
              <a:t>6.        Mark V as visited and enqueue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 and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Explores nodes layer by layer, outwards from the source.</a:t>
            </a:r>
          </a:p>
          <a:p>
            <a:r>
              <a:t>Guaranteed to find the shortest path between the source and any other reachable node in an unweighted graph.</a:t>
            </a:r>
          </a:p>
          <a:p>
            <a:r>
              <a:t>Complete: If a solution exists, BFS will find it.</a:t>
            </a:r>
          </a:p>
          <a:p>
            <a:r>
              <a:t>Optimal for shortest path in unweighted graphs.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and 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Complexity: O(V + E) where V is the number of vertices and E is the number of edges.</a:t>
            </a:r>
          </a:p>
          <a:p>
            <a:r>
              <a:t>This is because every vertex and every edge will be visited/processed at most once.</a:t>
            </a:r>
          </a:p>
          <a:p>
            <a:r>
              <a:t>Space Complexity: O(V) in the worst case.</a:t>
            </a:r>
          </a:p>
          <a:p>
            <a:r>
              <a:t>This accounts for the queue storing up to all vertices in a dense graph and the 'visited'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 of 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the shortest path in an unweighted graph (e.g., navigation systems).</a:t>
            </a:r>
          </a:p>
          <a:p>
            <a:r>
              <a:t>Web crawlers to index web pages.</a:t>
            </a:r>
          </a:p>
          <a:p>
            <a:r>
              <a:t>Network broadcasting (finding all reachable nodes from a source).</a:t>
            </a:r>
          </a:p>
          <a:p>
            <a:r>
              <a:t>Finding all connected components in a graph.</a:t>
            </a:r>
          </a:p>
          <a:p>
            <a:r>
              <a:t>Garbage collection algorithms (reachability analysis).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vs. DFS (Depth-First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BFS: Uses a queue, explores level by level, finds shortest path in unweighted graphs.</a:t>
            </a:r>
          </a:p>
          <a:p>
            <a:r>
              <a:t>DFS: Uses a stack (or recursion), explores as deeply as possible before backtracking, does not guarantee shortest path.</a:t>
            </a:r>
          </a:p>
          <a:p>
            <a:r>
              <a:t>Choice depends on the problem: shortest path needs BFS, cycle detection often uses DFS.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 is a fundamental graph traversal algorithm.</a:t>
            </a:r>
          </a:p>
          <a:p>
            <a:r>
              <a:t>Its level-by-level exploration and use of a queue are its defining features.</a:t>
            </a:r>
          </a:p>
          <a:p>
            <a:r>
              <a:t>Invaluable for problems requiring shortest paths on unweighted graphs or discovering all reachable nodes.</a:t>
            </a:r>
          </a:p>
          <a:p>
            <a:r>
              <a:t>A cornerstone concept in computer science and algorithm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fundamental algorithm for traversing or searching tree or graph data structures.</a:t>
            </a:r>
          </a:p>
          <a:p>
            <a:r>
              <a:t>Explores as far as possible along each branch before backtracking.</a:t>
            </a:r>
          </a:p>
          <a:p>
            <a:r>
              <a:t>Often implemented using recursion or an explicit 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DFS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Starts at a root (or arbitrary) node and explores as far as possible along a single path.</a:t>
            </a:r>
          </a:p>
          <a:p>
            <a:r>
              <a:t>When it reaches a dead end (a node with no unvisited neighbors), it backtracks.</a:t>
            </a:r>
          </a:p>
          <a:p>
            <a:r>
              <a:t>Continues exploring unvisited paths from the backtrack point until all reachable nodes are visited.</a:t>
            </a:r>
          </a:p>
          <a:p>
            <a:r>
              <a:t>Keeps track of visited nodes to prevent infinite loops in graphs with cycles.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at a chosen node and mark it as visited.</a:t>
            </a:r>
          </a:p>
          <a:p>
            <a:r>
              <a:t>2. Add the node to a stack (or make a recursive call).</a:t>
            </a:r>
          </a:p>
          <a:p>
            <a:r>
              <a:t>3. While the stack is not empty (or recursive calls are pending):</a:t>
            </a:r>
          </a:p>
          <a:p>
            <a:r>
              <a:t>   - Pop a node (or return from recursion).</a:t>
            </a:r>
          </a:p>
          <a:p>
            <a:r>
              <a:t>   - For each unvisited neighbor of the current node:</a:t>
            </a:r>
          </a:p>
          <a:p>
            <a:r>
              <a:t>     - Mark the neighbor as visited.</a:t>
            </a:r>
          </a:p>
          <a:p>
            <a:r>
              <a:t>     - Push the neighbor onto the stack (or make a recursive call for 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Pseudocode (Recursive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DFS(node, visited_set):</a:t>
            </a:r>
          </a:p>
          <a:p>
            <a:r>
              <a:t>  mark node as visited in visited_set</a:t>
            </a:r>
          </a:p>
          <a:p>
            <a:r>
              <a:t>  process node (e.g., print it)</a:t>
            </a:r>
          </a:p>
          <a:p>
            <a:r>
              <a:t>  for each neighbor of node:</a:t>
            </a:r>
          </a:p>
          <a:p>
            <a:r>
              <a:t>    if neighbor is not in visited_set:</a:t>
            </a:r>
          </a:p>
          <a:p>
            <a:r>
              <a:t>      DFS(neighbor, visited_set)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and 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**Time Complexity**: O(V + E)</a:t>
            </a:r>
          </a:p>
          <a:p>
            <a:r>
              <a:t>  - Where V is the number of vertices (nodes) and E is the number of edges.</a:t>
            </a:r>
          </a:p>
          <a:p>
            <a:r>
              <a:t>  - Each vertex and edge is visited at most once.</a:t>
            </a:r>
          </a:p>
          <a:p>
            <a:r>
              <a:t>**Space Complexity**: O(V)</a:t>
            </a:r>
          </a:p>
          <a:p>
            <a:r>
              <a:t>  - In the worst case, the call stack (for recursion) or explicit stack can store all vertices if the graph is a long, linear chain.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**Finding connected components**: Grouping nodes that are reachable from each other.</a:t>
            </a:r>
          </a:p>
          <a:p>
            <a:r>
              <a:t>**Cycle detection**: Identifying cycles in a graph.</a:t>
            </a:r>
          </a:p>
          <a:p>
            <a:r>
              <a:t>**Topological sorting**: Ordering tasks with dependencies in directed acyclic graphs (DAGs).</a:t>
            </a:r>
          </a:p>
          <a:p>
            <a:r>
              <a:t>**Pathfinding**: Finding a path between two nodes (though not necessarily the shortest).</a:t>
            </a:r>
          </a:p>
          <a:p>
            <a:r>
              <a:t>**Solving puzzles**: Like mazes or sudoku, by exploring possible paths.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vs. BFS (Brief Comparison)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**DFS (Depth-First Search)**:</a:t>
            </a:r>
          </a:p>
          <a:p>
            <a:r>
              <a:t>  - Explores deep first along paths.</a:t>
            </a:r>
          </a:p>
          <a:p>
            <a:r>
              <a:t>  - Uses a Stack (explicit or implicit via recursion).</a:t>
            </a:r>
          </a:p>
          <a:p>
            <a:r>
              <a:t>  - Best for pathfinding, cycle detection, topological sort.</a:t>
            </a:r>
          </a:p>
          <a:p>
            <a:r>
              <a:t>**BFS (Breadth-First Search)**:</a:t>
            </a:r>
          </a:p>
          <a:p>
            <a:r>
              <a:t>  - Explores level by level (neighbors first).</a:t>
            </a:r>
          </a:p>
          <a:p>
            <a:r>
              <a:t>  - Uses a Queue.</a:t>
            </a:r>
          </a:p>
          <a:p>
            <a:r>
              <a:t>  - Best for shortest path on unweighted graphs, finding all nodes at a certain distance.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DFS is an essential graph traversal algorithm that prioritizes depth.</a:t>
            </a:r>
          </a:p>
          <a:p>
            <a:r>
              <a:t>It relies on a stack (recursion) to manage traversal paths.</a:t>
            </a:r>
          </a:p>
          <a:p>
            <a:r>
              <a:t>Efficient with O(V + E) time complexity and O(V) space complexity.</a:t>
            </a:r>
          </a:p>
          <a:p>
            <a:r>
              <a:t>Highly versatile for a wide range of graph-related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Informed Search</a:t>
            </a:r>
          </a:p>
          <a:p>
            <a:r>
              <a:t>Finding Optimal Paths Efficiently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Pathfinding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search problem?</a:t>
            </a:r>
          </a:p>
          <a:p>
            <a:r>
              <a:t>Why is efficient pathfinding crucial?</a:t>
            </a:r>
          </a:p>
          <a:p>
            <a:r>
              <a:t>Limitations of uninformed search (e.g., BFS, DFS)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A* 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Pronounced "A-Star" Search</a:t>
            </a:r>
          </a:p>
          <a:p>
            <a:r>
              <a:t>An informed, best-first graph search algorithm</a:t>
            </a:r>
          </a:p>
          <a:p>
            <a:r>
              <a:t>Goal: Find the shortest path from a start node to a goal node</a:t>
            </a:r>
          </a:p>
          <a:p>
            <a:r>
              <a:t>Key idea: Combines actual cost with estimated cost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Evaluation Function f(n)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A* uses `f(n) = g(n) + h(n)` to prioritize nodes</a:t>
            </a:r>
          </a:p>
          <a:p>
            <a:r>
              <a:t>`g(n)`: The actual cost from the start node to node 'n'</a:t>
            </a:r>
          </a:p>
          <a:p>
            <a:r>
              <a:t>`h(n)`: The estimated cost (heuristic) from node 'n' to the goal node</a:t>
            </a:r>
          </a:p>
          <a:p>
            <a:r>
              <a:t>`f(n)`: The total estimated cost of the path through 'n' to the goal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Components: g(n) and h(n)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g(n) - Path Cost:</a:t>
            </a:r>
          </a:p>
          <a:p>
            <a:r>
              <a:t>  - Represents the accumulated cost from the start node.</a:t>
            </a:r>
          </a:p>
          <a:p>
            <a:r>
              <a:t>  - Typically distance, time, or resource consumption.</a:t>
            </a:r>
          </a:p>
          <a:p>
            <a:r>
              <a:t>h(n) - Heuristic Function:</a:t>
            </a:r>
          </a:p>
          <a:p>
            <a:r>
              <a:t>  - An educated guess of the remaining cost to the goal.</a:t>
            </a:r>
          </a:p>
          <a:p>
            <a:r>
              <a:t>  - Must be 'admissible' for optimality (never overestimates the true cost).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A* 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OPEN list (priority queue) with the start node, CLOSED list empty.</a:t>
            </a:r>
          </a:p>
          <a:p>
            <a:r>
              <a:t>While OPEN is not empty:</a:t>
            </a:r>
          </a:p>
          <a:p>
            <a:r>
              <a:t>  1. Pop node 'n' with the lowest f(n) from OPEN.</a:t>
            </a:r>
          </a:p>
          <a:p>
            <a:r>
              <a:t>  2. If 'n' is the goal, reconstruct and return the path.</a:t>
            </a:r>
          </a:p>
          <a:p>
            <a:r>
              <a:t>  3. Add 'n' to CLOSED.</a:t>
            </a:r>
          </a:p>
          <a:p>
            <a:r>
              <a:t>  4. For each neighbor 'm' of 'n':</a:t>
            </a:r>
          </a:p>
          <a:p>
            <a:r>
              <a:t>     - Calculate tentative g(m) and f(m).</a:t>
            </a:r>
          </a:p>
          <a:p>
            <a:r>
              <a:t>     - If 'm' is in CLOSED and new path is not better, skip.</a:t>
            </a:r>
          </a:p>
          <a:p>
            <a:r>
              <a:t>     - If 'm' not in OPEN/CLOSED or new path is better, add/update 'm' in OPEN.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A*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Completeness: Guaranteed to find a solution if one exists.</a:t>
            </a:r>
          </a:p>
          <a:p>
            <a:r>
              <a:t>Optimality: Guaranteed to find the shortest (least cost) path if 'h(n)' is admissible and consistent.</a:t>
            </a:r>
          </a:p>
          <a:p>
            <a:r>
              <a:t>Optimal Efficiency: Among optimal search algorithms using the same heuristic, A* expands the fewest nodes.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Good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Admissible: `h(n) ≤ actual_cost(n, goal)` (e.g., Euclidean distance, Manhattan distance)</a:t>
            </a:r>
          </a:p>
          <a:p>
            <a:r>
              <a:t>Consistent (Monotone): `h(n) ≤ cost(n, m) + h(m)` for any neighbor 'm'</a:t>
            </a:r>
          </a:p>
          <a:p>
            <a:r>
              <a:t>Impact: A more informed (closer to actual cost without overestimating) heuristic leads to faster search.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  - Optimal and complete.</a:t>
            </a:r>
          </a:p>
          <a:p>
            <a:r>
              <a:t>  - Highly efficient with a good heuristic.</a:t>
            </a:r>
          </a:p>
          <a:p>
            <a:r>
              <a:t>  - Widely applicable in various domains.</a:t>
            </a:r>
          </a:p>
          <a:p>
            <a:r>
              <a:t>Disadvantages:</a:t>
            </a:r>
          </a:p>
          <a:p>
            <a:r>
              <a:t>  - Memory intensive (stores all visited nodes).</a:t>
            </a:r>
          </a:p>
          <a:p>
            <a:r>
              <a:t>  - Performance is highly dependent on heuristic quality.</a:t>
            </a:r>
          </a:p>
          <a:p>
            <a:r>
              <a:t>  - Can still be slow for very large or complex search spaces.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Game AI: NPC pathfinding, unit movement.</a:t>
            </a:r>
          </a:p>
          <a:p>
            <a:r>
              <a:t>GPS Navigation Systems: Finding optimal routes.</a:t>
            </a:r>
          </a:p>
          <a:p>
            <a:r>
              <a:t>Robotics: Motion planning and autonomous navigation.</a:t>
            </a:r>
          </a:p>
          <a:p>
            <a:r>
              <a:t>Network Routing: Optimizing data packet paths.</a:t>
            </a:r>
          </a:p>
          <a:p>
            <a:r>
              <a:t>AI Puzzles: Solving sliding tile puzzles (e.g., 8-puzzle).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A* Search is a cornerstone algorithm for pathfinding.</a:t>
            </a:r>
          </a:p>
          <a:p>
            <a:r>
              <a:t>Balances exploring promising paths with known costs.</a:t>
            </a:r>
          </a:p>
          <a:p>
            <a:r>
              <a:t>Its effectiveness hinges on the design of an admissible and consistent heuristic.</a:t>
            </a:r>
          </a:p>
          <a:p>
            <a:r>
              <a:t>Continues to be a powerful tool in AI and computer 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